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Proyecto: Robot Solar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Circuito, plano, holguras y ruta crítica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Diseñar, ensamblar y verificar el funcionamiento de un robot alimentado mediante energía solar.</a:t>
            </a:r>
          </a:p>
          <a:p>
            <a:pPr>
              <a:spcAft>
                <a:spcPts val="1000"/>
              </a:spcAft>
              <a:defRPr sz="2200"/>
            </a:pPr>
            <a:r>
              <a:t>Integrar correctamente sus componentes mecánicos y eléctricos.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Actividades en 8 pasos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Nº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Actividad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Duración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Boceto del robot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Adquisición de materiales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Ensamble de las partes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Instalación del panel solar y circuito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Controlar su funcionamiento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Verificar que el panel genere energía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Presentación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Metodología de aplicación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1. Investigar el funcionamiento de los robots solares y los componentes necesarios.</a:t>
            </a:r>
          </a:p>
          <a:p>
            <a:pPr>
              <a:spcAft>
                <a:spcPts val="1000"/>
              </a:spcAft>
              <a:defRPr sz="2200"/>
            </a:pPr>
            <a:r>
              <a:t>2. Realizar un boceto del robot y definir la ubicación de sus componentes.</a:t>
            </a:r>
          </a:p>
          <a:p>
            <a:pPr>
              <a:spcAft>
                <a:spcPts val="1000"/>
              </a:spcAft>
              <a:defRPr sz="2200"/>
            </a:pPr>
            <a:r>
              <a:t>3. Adquirir los materiales necesarios.</a:t>
            </a:r>
          </a:p>
          <a:p>
            <a:pPr>
              <a:spcAft>
                <a:spcPts val="1000"/>
              </a:spcAft>
              <a:defRPr sz="2200"/>
            </a:pPr>
            <a:r>
              <a:t>4. Ensamblar la estructura y las diferentes partes del robot.</a:t>
            </a:r>
          </a:p>
          <a:p>
            <a:pPr>
              <a:spcAft>
                <a:spcPts val="1000"/>
              </a:spcAft>
              <a:defRPr sz="2200"/>
            </a:pPr>
            <a:r>
              <a:t>5. Instalar el panel solar y realizar las conexiones del circuito eléctrico.</a:t>
            </a:r>
          </a:p>
          <a:p>
            <a:pPr>
              <a:spcAft>
                <a:spcPts val="1000"/>
              </a:spcAft>
              <a:defRPr sz="2200"/>
            </a:pPr>
            <a:r>
              <a:t>6. Controlar el funcionamiento general del robot.</a:t>
            </a:r>
          </a:p>
          <a:p>
            <a:pPr>
              <a:spcAft>
                <a:spcPts val="1000"/>
              </a:spcAft>
              <a:defRPr sz="2200"/>
            </a:pPr>
            <a:r>
              <a:t>7. Verificar que el panel solar genere la energía necesaria.</a:t>
            </a:r>
          </a:p>
          <a:p>
            <a:pPr>
              <a:spcAft>
                <a:spcPts val="1000"/>
              </a:spcAft>
              <a:defRPr sz="2200"/>
            </a:pPr>
            <a:r>
              <a:t>8. Presentar los resultados obtenidos.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Circuito eléctrico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Panel solar → circuito de alimentación → interruptor/control → motor(es).</a:t>
            </a:r>
          </a:p>
          <a:p>
            <a:pPr>
              <a:spcAft>
                <a:spcPts val="1000"/>
              </a:spcAft>
              <a:defRPr sz="2200"/>
            </a:pPr>
            <a:r>
              <a:t>El panel solar proporciona la energía necesaria para alimentar el circuito.</a:t>
            </a:r>
          </a:p>
          <a:p>
            <a:pPr>
              <a:spcAft>
                <a:spcPts val="1000"/>
              </a:spcAft>
              <a:defRPr sz="2200"/>
            </a:pPr>
            <a:r>
              <a:t>Las conexiones deben verificarse antes de poner en funcionamiento el robot.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Plano del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El plano debe mostrar la estructura del robot y la ubicación de sus componentes.</a:t>
            </a:r>
          </a:p>
          <a:p>
            <a:pPr>
              <a:spcAft>
                <a:spcPts val="1000"/>
              </a:spcAft>
              <a:defRPr sz="2200"/>
            </a:pPr>
            <a:r>
              <a:t>Panel solar: parte superior.</a:t>
            </a:r>
          </a:p>
          <a:p>
            <a:pPr>
              <a:spcAft>
                <a:spcPts val="1000"/>
              </a:spcAft>
              <a:defRPr sz="2200"/>
            </a:pPr>
            <a:r>
              <a:t>Circuito y conexiones: zona central protegida.</a:t>
            </a:r>
          </a:p>
          <a:p>
            <a:pPr>
              <a:spcAft>
                <a:spcPts val="1000"/>
              </a:spcAft>
              <a:defRPr sz="2200"/>
            </a:pPr>
            <a:r>
              <a:t>Motores y ruedas: parte inferior/lateral de la estructura.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Ruta crítica y holguras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Actividad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Holgura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1.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2. Boceto del robot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3. Adquisición de materiales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4. Ensamble de las partes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5. Panel solar y circuito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6. Control de funcionamiento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7. Verificación de energía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8. Presentación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día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 días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Ruta crítica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1 → 2 → 3 → 4 → 5 → 6 → 7 → 8</a:t>
            </a:r>
          </a:p>
          <a:p>
            <a:pPr>
              <a:spcAft>
                <a:spcPts val="1000"/>
              </a:spcAft>
              <a:defRPr sz="2200"/>
            </a:pPr>
            <a:r>
              <a:t>Todas las actividades forman parte de la ruta crítica.</a:t>
            </a:r>
          </a:p>
          <a:p>
            <a:pPr>
              <a:spcAft>
                <a:spcPts val="1000"/>
              </a:spcAft>
              <a:defRPr sz="2200"/>
            </a:pPr>
            <a:r>
              <a:t>Holgura = 0 días para cada actividad.</a:t>
            </a:r>
          </a:p>
          <a:p>
            <a:pPr>
              <a:spcAft>
                <a:spcPts val="1000"/>
              </a:spcAft>
              <a:defRPr sz="2200"/>
            </a:pPr>
            <a:r>
              <a:t>Con las duraciones indicadas, la suma es de 13 días.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Distribución del tiempo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467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Porcentaje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Adquisición de materiales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23%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Diseño e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23%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Ensamble e instalación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39%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Pruebas y presentación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15%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Observación sobre la duración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Las 8 actividades detalladas suman 13 días: 2 + 1 + 3 + 2 + 2 + 1 + 1 + 1 = 13.</a:t>
            </a:r>
          </a:p>
          <a:p>
            <a:pPr>
              <a:spcAft>
                <a:spcPts val="1000"/>
              </a:spcAft>
              <a:defRPr sz="2200"/>
            </a:pPr>
            <a:r>
              <a:t>La duración total del proyecto es de 13 días.</a:t>
            </a:r>
          </a:p>
          <a:p>
            <a:pPr>
              <a:spcAft>
                <a:spcPts val="1000"/>
              </a:spcAft>
              <a:defRPr sz="2200"/>
            </a:pPr>
            <a:r>
              <a:t>La distribución por etapas se ajusta a un total de 13 días.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