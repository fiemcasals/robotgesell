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Proyecto: Robot Solar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Etapas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Etapas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1. Recopilación de información mediante investigación</a:t>
            </a:r>
          </a:p>
          <a:p>
            <a:pPr>
              <a:spcAft>
                <a:spcPts val="1000"/>
              </a:spcAft>
              <a:defRPr sz="2100"/>
            </a:pPr>
            <a:r>
              <a:t>2. Elaboración del boceto del robot</a:t>
            </a:r>
          </a:p>
          <a:p>
            <a:pPr>
              <a:spcAft>
                <a:spcPts val="1000"/>
              </a:spcAft>
              <a:defRPr sz="2100"/>
            </a:pPr>
            <a:r>
              <a:t>3. Adquisición de materiales</a:t>
            </a:r>
          </a:p>
          <a:p>
            <a:pPr>
              <a:spcAft>
                <a:spcPts val="1000"/>
              </a:spcAft>
              <a:defRPr sz="2100"/>
            </a:pPr>
            <a:r>
              <a:t>4. Ensamblaje de las partes</a:t>
            </a:r>
          </a:p>
          <a:p>
            <a:pPr>
              <a:spcAft>
                <a:spcPts val="1000"/>
              </a:spcAft>
              <a:defRPr sz="2100"/>
            </a:pPr>
            <a:r>
              <a:t>5. Instalación del panel solar y los circuitos</a:t>
            </a:r>
          </a:p>
          <a:p>
            <a:pPr>
              <a:spcAft>
                <a:spcPts val="1000"/>
              </a:spcAft>
              <a:defRPr sz="2100"/>
            </a:pPr>
            <a:r>
              <a:t>6. Controlar su funcionamiento</a:t>
            </a:r>
          </a:p>
          <a:p>
            <a:pPr>
              <a:spcAft>
                <a:spcPts val="1000"/>
              </a:spcAft>
              <a:defRPr sz="2100"/>
            </a:pPr>
            <a:r>
              <a:t>7. Verificar que el panel solar genere energía</a:t>
            </a:r>
          </a:p>
          <a:p>
            <a:pPr>
              <a:spcAft>
                <a:spcPts val="1000"/>
              </a:spcAft>
              <a:defRPr sz="2100"/>
            </a:pPr>
            <a:r>
              <a:t>8. Presentación de los resultados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