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Diagrama de Gantt – Proyecto Robot Solar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43000"/>
            <a:ext cx="429768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Actividad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709160" y="1143000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/>
            </a:pPr>
            <a:r>
              <a:t>Semana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143000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/>
            </a:pPr>
            <a:r>
              <a:t>Semana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143000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/>
            </a:pPr>
            <a:r>
              <a:t>Semana 3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143000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/>
            </a:pPr>
            <a:r>
              <a:t>Semana 4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78440" y="1143000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/>
            </a:pPr>
            <a:r>
              <a:t>Semana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09928"/>
            <a:ext cx="429768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1. Investigación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709928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/>
            </a:pPr>
            <a:r>
              <a:t>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09928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/>
            </a:pPr>
            <a:r>
              <a:t>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709928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1709928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78440" y="1709928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276856"/>
            <a:ext cx="429768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2. Boceto del robot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2276856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276856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/>
            </a:pPr>
            <a:r>
              <a:t>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2276856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2276856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78440" y="2276856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843784"/>
            <a:ext cx="429768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3. Adquisición de materiales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2843784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843784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/>
            </a:pPr>
            <a:r>
              <a:t>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2843784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/>
            </a:pPr>
            <a:r>
              <a:t>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2843784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78440" y="2843784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410712"/>
            <a:ext cx="429768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4. Ensamblaje de las partes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3410712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410712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43800" y="3410712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/>
            </a:pPr>
            <a:r>
              <a:t>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3410712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/>
            </a:pPr>
            <a:r>
              <a:t>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78440" y="3410712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3977639"/>
            <a:ext cx="429768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5. Instalación del panel y circuitos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3977639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3977639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43800" y="3977639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3977639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/>
            </a:pPr>
            <a:r>
              <a:t>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78440" y="3977639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4544568"/>
            <a:ext cx="429768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6. Controlar su funcionamiento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60" y="4544568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4544568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43800" y="4544568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61120" y="4544568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378440" y="4544568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/>
            </a:pPr>
            <a:r>
              <a:t>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111496"/>
            <a:ext cx="429768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7. Verificar generación de energía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9160" y="5111496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5111496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43800" y="5111496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61120" y="5111496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78440" y="5111496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/>
            </a:pPr>
            <a:r>
              <a:t>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678424"/>
            <a:ext cx="429768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8. Presentación de resultados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9160" y="5678424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26480" y="5678424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43800" y="5678424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61120" y="5678424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378440" y="5678424"/>
            <a:ext cx="1417320" cy="56692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/>
            </a:pPr>
            <a:r>
              <a:t>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