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Gantt – Robot Solar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19225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Días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Boceto del robot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Comprar materiales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Ensamblado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Instalar panel solar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Pruebas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Presentación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6172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Duración total: 13 días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