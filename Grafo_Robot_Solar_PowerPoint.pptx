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411480"/>
            <a:ext cx="9966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/>
            </a:pPr>
            <a:r>
              <a:t>Grafo del proyecto – Robot Solar</a:t>
            </a:r>
          </a:p>
        </p:txBody>
      </p:sp>
      <p:sp>
        <p:nvSpPr>
          <p:cNvPr id="3" name="Rectangle 2"/>
          <p:cNvSpPr/>
          <p:nvPr/>
        </p:nvSpPr>
        <p:spPr>
          <a:xfrm>
            <a:off x="3749039" y="1234440"/>
            <a:ext cx="4754880" cy="53035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800" b="1"/>
            </a:pPr>
            <a:r>
              <a:t>Investigación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0" y="1783080"/>
            <a:ext cx="731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/>
            </a:pPr>
            <a:r>
              <a:t>↓</a:t>
            </a:r>
          </a:p>
        </p:txBody>
      </p:sp>
      <p:sp>
        <p:nvSpPr>
          <p:cNvPr id="5" name="Rectangle 4"/>
          <p:cNvSpPr/>
          <p:nvPr/>
        </p:nvSpPr>
        <p:spPr>
          <a:xfrm>
            <a:off x="3749039" y="2148840"/>
            <a:ext cx="4754880" cy="53035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800" b="1"/>
            </a:pPr>
            <a:r>
              <a:t>Boceto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0" y="2697480"/>
            <a:ext cx="731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/>
            </a:pPr>
            <a:r>
              <a:t>↓</a:t>
            </a:r>
          </a:p>
        </p:txBody>
      </p:sp>
      <p:sp>
        <p:nvSpPr>
          <p:cNvPr id="7" name="Rectangle 6"/>
          <p:cNvSpPr/>
          <p:nvPr/>
        </p:nvSpPr>
        <p:spPr>
          <a:xfrm>
            <a:off x="3749039" y="3063240"/>
            <a:ext cx="4754880" cy="53035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800" b="1"/>
            </a:pPr>
            <a:r>
              <a:t>Comprar materiales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0" y="3611880"/>
            <a:ext cx="731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/>
            </a:pPr>
            <a:r>
              <a:t>↓</a:t>
            </a:r>
          </a:p>
        </p:txBody>
      </p:sp>
      <p:sp>
        <p:nvSpPr>
          <p:cNvPr id="9" name="Rectangle 8"/>
          <p:cNvSpPr/>
          <p:nvPr/>
        </p:nvSpPr>
        <p:spPr>
          <a:xfrm>
            <a:off x="3749039" y="3977640"/>
            <a:ext cx="4754880" cy="53035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800" b="1"/>
            </a:pPr>
            <a:r>
              <a:t>Ensamblado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0" y="4526280"/>
            <a:ext cx="731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/>
            </a:pPr>
            <a:r>
              <a:t>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49039" y="4892040"/>
            <a:ext cx="4754880" cy="53035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800" b="1"/>
            </a:pPr>
            <a:r>
              <a:t>Instalar panel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0" y="5440680"/>
            <a:ext cx="731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/>
            </a:pPr>
            <a:r>
              <a:t>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49039" y="5806440"/>
            <a:ext cx="4754880" cy="53035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800" b="1"/>
            </a:pPr>
            <a:r>
              <a:t>Pruebas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0" y="6355080"/>
            <a:ext cx="731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/>
            </a:pPr>
            <a:r>
              <a:t>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49039" y="6720840"/>
            <a:ext cx="4754880" cy="53035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800" b="1"/>
            </a:pPr>
            <a:r>
              <a:t>Presentación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